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627F-AAF5-7811-B52B-9ED7504B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9DFAF-B4B0-4FCF-9E13-0B062448B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3DF7-C63A-12F0-D9F4-EFD36751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D51-98B3-F97E-45DD-548D0BD3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65B5-5AEB-E85C-3625-6BC3D51C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3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CFE0-B391-BE29-29A3-82B6A33C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5884-9F73-909F-8C6D-162E068AB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CEA9-6057-A9A4-046C-6D1B0215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91DDA-CC40-7224-E22B-AAB479F9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351A0-4563-00ED-2F1E-68BC0B72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419D-AD9B-0053-6FF3-AB8AA5EF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BA164-4458-4D51-458A-1D2FB8E6E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E5D0-EC3D-81B7-0588-55287DA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D4121-A1E5-6B66-B148-4C7F0250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883A-9330-C203-E49E-FF75424C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DCB9-A452-EADD-E04A-C893D011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DF9C8-B329-D07F-7357-06BED85D8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FA4B6-5BDC-142E-09D8-1B108E4AC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BE4AA-4102-642D-4A67-05E9D7E3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7DA2C-BDEA-7935-12C1-DA7528D0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E0F8D-DFE3-857B-AD44-D6984E11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2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0A77-0099-DD6C-DCE7-DC150C23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1AD1F-380D-ED19-7B71-5EE386CD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7665E-98FA-54B8-CAD4-E4DF31299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3AA73-9F22-3EF0-9078-E3B1CB2C2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1BCF5-45FB-744E-3C06-83B585CC0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5FCA9-B247-C04C-C4AC-D18BECB4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B577B-2417-B4BB-316F-B4405B2D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F8D62-198A-1640-2DC9-7B6F1662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BA92-5B08-E9BF-F177-E1032683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1CBFD-DD29-9779-85D8-443B0504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382C8-2B0D-24EC-1ADC-373C9579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5C7DF-2D4F-A410-F684-B6E39057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0C764-1692-EF39-EDA4-BED5709F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C0FB2-2FC8-80D7-85FF-5DC7E8FD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87B1-76F0-C6E6-3EE2-47429C4B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3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4556-A7B0-82EE-B55D-373F263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7A97-62CE-CDBA-6C28-2753B32B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D44A4-E0DB-042A-CAAF-73DCA5E07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E9076-C007-4D8F-DD2D-F8772EC8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175FF-A09C-CC3E-7950-69517E96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DD93C-D33E-7C41-062A-89CE5D52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3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2A9A-E763-F94B-2808-09C80E2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365B9-9B6F-7C00-3D0B-998A4EF43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95BD1-6D0F-299F-C1B8-3DE502013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F2794-81D5-E497-1FCC-93F6FEF9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474D7-6564-A999-0D0C-20E2D603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80CDE-7C71-7BB4-200E-A13E2297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9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AE7C-9F25-3ED5-697B-B8DD96A1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76758-D6F5-F494-FD29-580B5084C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9E477-50D3-F3F2-23AB-97FAE338B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5706D-29A5-F46E-CAE1-20B1426E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B4B65-C37B-1262-0B0B-DEE8A3CD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64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3A00D-C37E-02F4-0E5D-50440386E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D88C1-6CE5-8C65-9C60-988745E1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D283B-A2F7-B959-1B9C-6CC0F3F2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7B83-6790-4F9F-7E05-9D5BEEAC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8795-92B0-855A-BE8B-D3A8142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8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A32610-E2A2-8682-F613-DF54A6A4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8263B-3458-68DD-19EC-5C5D8DCB1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9F6D-CB49-CD78-B9E4-114774EC8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9F36A-86E6-4071-9828-315AE85E7C3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A01A-EE71-3052-4FF0-036B01E54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C9737-45A8-7BF3-0131-78F0C9C0B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A3BCA-9C2E-4C08-92D3-87B15E4CC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3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BE2F-7635-EC91-533C-117F6D45B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837" y="737755"/>
            <a:ext cx="9144000" cy="1930544"/>
          </a:xfrm>
        </p:spPr>
        <p:txBody>
          <a:bodyPr/>
          <a:lstStyle/>
          <a:p>
            <a:r>
              <a:rPr lang="en-US" dirty="0"/>
              <a:t>Data Engineering </a:t>
            </a:r>
            <a:br>
              <a:rPr lang="en-US" dirty="0"/>
            </a:br>
            <a:r>
              <a:rPr lang="en-US" dirty="0"/>
              <a:t> Hackathon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321CC-51BD-D6AC-C249-3F6746046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2824" y="3519741"/>
            <a:ext cx="6626352" cy="2178277"/>
          </a:xfrm>
        </p:spPr>
        <p:txBody>
          <a:bodyPr>
            <a:normAutofit/>
          </a:bodyPr>
          <a:lstStyle/>
          <a:p>
            <a:r>
              <a:rPr lang="en-US" dirty="0"/>
              <a:t>Team Members: </a:t>
            </a:r>
            <a:br>
              <a:rPr lang="en-US" dirty="0"/>
            </a:br>
            <a:r>
              <a:rPr lang="en-US" dirty="0"/>
              <a:t>Sreenath P </a:t>
            </a:r>
            <a:r>
              <a:rPr lang="en-US"/>
              <a:t>A </a:t>
            </a:r>
            <a:endParaRPr lang="en-US" dirty="0"/>
          </a:p>
          <a:p>
            <a:r>
              <a:rPr lang="en-US" dirty="0"/>
              <a:t> Harsh Vardhan Shekhawat [ RA2311003011176] </a:t>
            </a:r>
          </a:p>
          <a:p>
            <a:r>
              <a:rPr lang="en-US" dirty="0"/>
              <a:t>Dhruv Singhal [ RA2311033010007]</a:t>
            </a:r>
          </a:p>
          <a:p>
            <a:r>
              <a:rPr lang="en-US" dirty="0"/>
              <a:t> Sneha Sachan [ RA2311043010091]</a:t>
            </a:r>
          </a:p>
        </p:txBody>
      </p:sp>
    </p:spTree>
    <p:extLst>
      <p:ext uri="{BB962C8B-B14F-4D97-AF65-F5344CB8AC3E}">
        <p14:creationId xmlns:p14="http://schemas.microsoft.com/office/powerpoint/2010/main" val="104115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CA60-B232-6A6B-D45E-00C8A21F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M1-M2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BEEA933-0CAB-57C2-ED8F-55177FE6AE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177636"/>
            <a:ext cx="4759036" cy="47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702B7D-5DC2-E8B2-EA1A-30C5BDE80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19" y="2163574"/>
            <a:ext cx="5279881" cy="4329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EB9898-1141-0284-99FB-65DB88717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163575"/>
            <a:ext cx="5279881" cy="432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1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F9291-45F6-C8DF-98B1-FFF579A1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82D9-EC8E-D137-8941-8478C1833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M3-M4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103C0AF-5B1F-739D-C050-9CE00F6810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177636"/>
            <a:ext cx="4759036" cy="47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18E685-8072-598C-6F87-AF9667D99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4" y="1690688"/>
            <a:ext cx="5560606" cy="4457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D462AA-C2A7-675D-1985-9B0BC46E7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06" y="1690688"/>
            <a:ext cx="5456496" cy="445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6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C3E3-8002-3FAC-A010-72BBD0F9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F945-A41F-1DA1-5BF6-DDA1FED4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6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M5-M6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EB1494F-8695-48E8-9758-EB86B1814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177636"/>
            <a:ext cx="4759036" cy="47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F7AB6-A825-92F9-8551-54F6CE526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07" y="1583032"/>
            <a:ext cx="5782894" cy="4733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5C0034-17CF-A94F-91DA-638DF74A3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987" y="1583032"/>
            <a:ext cx="5674906" cy="456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4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2792-17E0-D5D5-F535-36B4700D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06D7-8E7C-4031-E7C2-BB52B082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6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M7-M8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F953AC6-6DA4-FB47-C061-A4A323D83A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177636"/>
            <a:ext cx="4759036" cy="475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9BA11-A7A9-CF06-30EA-C81E9FD7C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18" y="1583031"/>
            <a:ext cx="5621482" cy="4879747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646F4370-6F6F-2F32-0A37-C77A845168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7BBADE-741E-8035-D4AD-7461C567C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83030"/>
            <a:ext cx="5773882" cy="48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8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FEFF-D766-3E88-B0CB-D08AC8DBC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/>
          <a:lstStyle/>
          <a:p>
            <a:pPr algn="ctr"/>
            <a:r>
              <a:rPr lang="en-US" dirty="0"/>
              <a:t>M9-M10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7A6E3-308E-346E-99B1-82951761F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7" y="1496291"/>
            <a:ext cx="5867834" cy="5093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225AD1-8C0A-DFCF-77BA-05D1562CE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309" y="1496291"/>
            <a:ext cx="5223164" cy="509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4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1F3B-7576-5AEF-4EE4-9A812BB9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78E5-FAAE-CEB4-D064-94056525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/>
          <a:lstStyle/>
          <a:p>
            <a:pPr algn="ctr"/>
            <a:r>
              <a:rPr lang="en-US" dirty="0"/>
              <a:t>M11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80552-2902-A02B-D859-352E1E4CF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55" y="1255496"/>
            <a:ext cx="9466118" cy="489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7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2285-610A-4AB3-3102-C7C08D73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1BCB-E374-F822-A8DE-1C2FEE47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Complex Queries</a:t>
            </a:r>
            <a:br>
              <a:rPr lang="en-US" dirty="0"/>
            </a:br>
            <a:r>
              <a:rPr lang="en-US" dirty="0"/>
              <a:t>C1 C2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724F4-2C51-5320-C9BF-995D0F840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05" y="1745671"/>
            <a:ext cx="5834495" cy="4278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26B8A8-C361-58FA-75B0-F69D2F7D5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755" y="1279564"/>
            <a:ext cx="4676037" cy="53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3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C0A7-E0D3-82D9-0F60-244909AD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1C89-C43C-FC54-4177-858F1D7E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Complex Queries</a:t>
            </a:r>
            <a:br>
              <a:rPr lang="en-US" dirty="0"/>
            </a:br>
            <a:r>
              <a:rPr lang="en-US" dirty="0"/>
              <a:t>C3 C4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AD5D1-348F-4693-E8FE-85B81418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393371"/>
            <a:ext cx="5290457" cy="4898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C89A3-7174-8B7D-4AB3-65F9BEA43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93370"/>
            <a:ext cx="5900057" cy="489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2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8D40-8B82-3D72-D9F2-27C70716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9494-03C4-2AA1-00DD-AA1E6554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Complex Queries</a:t>
            </a:r>
            <a:br>
              <a:rPr lang="en-US" dirty="0"/>
            </a:br>
            <a:r>
              <a:rPr lang="en-US" dirty="0"/>
              <a:t>C5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C8692-90C5-56FA-5987-B60513C84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5143"/>
            <a:ext cx="10515600" cy="492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E74C-BE37-D1A6-B7A6-5E5F41AB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B244-82D5-9C91-C149-451DC3AA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Insights </a:t>
            </a:r>
            <a:br>
              <a:rPr lang="en-US" dirty="0"/>
            </a:br>
            <a:r>
              <a:rPr lang="en-US" dirty="0"/>
              <a:t>M1-M2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06755-F989-8F7B-DD66-D9457FC95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39" y="1255496"/>
            <a:ext cx="5993947" cy="5196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9759D-0052-BFB2-BB82-95743A27C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55496"/>
            <a:ext cx="5910943" cy="51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7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4C71-5D6C-906D-572A-7EFF41D6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4EA1-6162-1FF9-5F7B-3BC72374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Insights </a:t>
            </a:r>
            <a:br>
              <a:rPr lang="en-US" dirty="0"/>
            </a:br>
            <a:r>
              <a:rPr lang="en-US" dirty="0"/>
              <a:t>M3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00F02-279E-AB01-97A1-5589BB17B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96" y="1636775"/>
            <a:ext cx="9899904" cy="48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7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F452-532D-81C3-AB0A-D85E5DCEA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BAD7-31D5-EF78-5DFE-7CCCF84A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Insights </a:t>
            </a:r>
            <a:br>
              <a:rPr lang="en-US" dirty="0"/>
            </a:br>
            <a:r>
              <a:rPr lang="en-US" dirty="0"/>
              <a:t>M4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EAFC4-B1DF-7F18-F498-DD1F649C1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36192"/>
            <a:ext cx="10607040" cy="45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2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F595-2FD3-E7F4-0573-B03A44E5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3DCC-46E0-723C-6EB1-CFEDCF18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60"/>
            <a:ext cx="10515600" cy="9871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Insights </a:t>
            </a:r>
            <a:br>
              <a:rPr lang="en-US" dirty="0"/>
            </a:br>
            <a:r>
              <a:rPr lang="en-US" dirty="0"/>
              <a:t>M5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B0844-8F90-8C97-8B7F-32587AE81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8" y="1469571"/>
            <a:ext cx="11332029" cy="482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1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DB42-8C1B-9F96-A8B4-8F6FE9B4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Insights </a:t>
            </a:r>
            <a:br>
              <a:rPr lang="en-US" dirty="0"/>
            </a:br>
            <a:r>
              <a:rPr lang="en-US" dirty="0"/>
              <a:t>M6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67350-8240-ED17-3A80-5647829A5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9" y="1690687"/>
            <a:ext cx="10863942" cy="471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3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17BB-D0BE-55F2-4001-143798CB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Complex Section</a:t>
            </a:r>
            <a:br>
              <a:rPr lang="en-US" dirty="0"/>
            </a:br>
            <a:r>
              <a:rPr lang="en-US" dirty="0"/>
              <a:t>C1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8F1E9-B586-BB71-7049-42B4A3C33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7" y="1690687"/>
            <a:ext cx="982980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83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6BD3-8F01-883C-A088-5F71C50F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Complex Section</a:t>
            </a:r>
            <a:br>
              <a:rPr lang="en-US" dirty="0"/>
            </a:br>
            <a:r>
              <a:rPr lang="en-US" dirty="0"/>
              <a:t>C2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A1CBA-DDA4-8C0B-0F89-808A36B88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7914"/>
            <a:ext cx="10515600" cy="467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1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79</Words>
  <Application>Microsoft Office PowerPoint</Application>
  <PresentationFormat>Widescreen</PresentationFormat>
  <Paragraphs>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Data Engineering   Hackathon 1</vt:lpstr>
      <vt:lpstr>M1-M2</vt:lpstr>
      <vt:lpstr>M3-M4</vt:lpstr>
      <vt:lpstr>M5-M6</vt:lpstr>
      <vt:lpstr>M7-M8</vt:lpstr>
      <vt:lpstr>M9-M10</vt:lpstr>
      <vt:lpstr>M11</vt:lpstr>
      <vt:lpstr>Complex Queries C1 C2</vt:lpstr>
      <vt:lpstr>Complex Queries C3 C4</vt:lpstr>
      <vt:lpstr>Complex Queries C5</vt:lpstr>
      <vt:lpstr>Business Insights  M1-M2</vt:lpstr>
      <vt:lpstr>Business Insights  M3</vt:lpstr>
      <vt:lpstr>Business Insights  M4</vt:lpstr>
      <vt:lpstr>Business Insights  M5</vt:lpstr>
      <vt:lpstr>Business Insights  M6</vt:lpstr>
      <vt:lpstr>Complex Section C1</vt:lpstr>
      <vt:lpstr>Complex Section C2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bahadur</dc:creator>
  <cp:lastModifiedBy>Harsh Vardhan Shekhawat_SRMIST,KTR</cp:lastModifiedBy>
  <cp:revision>5</cp:revision>
  <dcterms:created xsi:type="dcterms:W3CDTF">2026-06-05T05:26:35Z</dcterms:created>
  <dcterms:modified xsi:type="dcterms:W3CDTF">2026-06-05T08:53:23Z</dcterms:modified>
</cp:coreProperties>
</file>